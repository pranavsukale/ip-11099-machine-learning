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572" r:id="rId5"/>
    <p:sldId id="268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2"/>
    <p:restoredTop sz="92393" autoAdjust="0"/>
  </p:normalViewPr>
  <p:slideViewPr>
    <p:cSldViewPr snapToGrid="0" snapToObjects="1">
      <p:cViewPr varScale="1">
        <p:scale>
          <a:sx n="69" d="100"/>
          <a:sy n="69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an </a:t>
          </a:r>
        </a:p>
        <a:p>
          <a:r>
            <a:rPr lang="en-GB" sz="2400" b="1" dirty="0"/>
            <a:t>‘APPLICATION’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Plan</a:t>
          </a:r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App Video,</a:t>
          </a:r>
          <a:br>
            <a:rPr lang="en-GB" sz="1200" dirty="0"/>
          </a:br>
          <a:r>
            <a:rPr lang="en-GB" sz="1200" dirty="0"/>
            <a:t>Installation Guide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1&gt;</a:t>
          </a:r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2&gt;</a:t>
          </a:r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3&gt;</a:t>
          </a:r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4&gt;</a:t>
          </a:r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Research</a:t>
          </a:r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Analyse</a:t>
          </a:r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044610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917887" y="1690784"/>
          <a:ext cx="51724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172442" y="154421"/>
              </a:lnTo>
              <a:lnTo>
                <a:pt x="5172442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97901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589761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2434973" y="154421"/>
              </a:lnTo>
              <a:lnTo>
                <a:pt x="243497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8918210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589761" y="2412140"/>
          <a:ext cx="13741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374168" y="154421"/>
              </a:lnTo>
              <a:lnTo>
                <a:pt x="1374168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011644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428428" y="154421"/>
              </a:lnTo>
              <a:lnTo>
                <a:pt x="1428428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011644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535501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583216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1428428" y="0"/>
              </a:moveTo>
              <a:lnTo>
                <a:pt x="1428428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796592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589761" y="2412140"/>
          <a:ext cx="42188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21883" y="154421"/>
              </a:lnTo>
              <a:lnTo>
                <a:pt x="42188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154788" y="3133496"/>
          <a:ext cx="5673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67368" y="154421"/>
              </a:lnTo>
              <a:lnTo>
                <a:pt x="567368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4678645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632925" y="3854853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3726360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678645" y="3133496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154788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2434973" y="0"/>
              </a:moveTo>
              <a:lnTo>
                <a:pt x="243497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17887" y="1690784"/>
          <a:ext cx="16718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671873" y="154421"/>
              </a:lnTo>
              <a:lnTo>
                <a:pt x="1671873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3250217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3204497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2297932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3250217" y="1690784"/>
          <a:ext cx="2667670" cy="226600"/>
        </a:xfrm>
        <a:custGeom>
          <a:avLst/>
          <a:gdLst/>
          <a:ahLst/>
          <a:cxnLst/>
          <a:rect l="0" t="0" r="0" b="0"/>
          <a:pathLst>
            <a:path>
              <a:moveTo>
                <a:pt x="2667670" y="0"/>
              </a:moveTo>
              <a:lnTo>
                <a:pt x="2667670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869503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393361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869503" y="1690784"/>
          <a:ext cx="5048383" cy="226600"/>
        </a:xfrm>
        <a:custGeom>
          <a:avLst/>
          <a:gdLst/>
          <a:ahLst/>
          <a:cxnLst/>
          <a:rect l="0" t="0" r="0" b="0"/>
          <a:pathLst>
            <a:path>
              <a:moveTo>
                <a:pt x="5048383" y="0"/>
              </a:moveTo>
              <a:lnTo>
                <a:pt x="504838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117441" y="421968"/>
          <a:ext cx="3600893" cy="12688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204012" y="504211"/>
          <a:ext cx="3600893" cy="1268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‘APPLICATION’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241174" y="541373"/>
        <a:ext cx="3526569" cy="1194491"/>
      </dsp:txXfrm>
    </dsp:sp>
    <dsp:sp modelId="{98C76165-9034-1643-9104-9B92F7A95E7E}">
      <dsp:nvSpPr>
        <dsp:cNvPr id="0" name=""/>
        <dsp:cNvSpPr/>
      </dsp:nvSpPr>
      <dsp:spPr>
        <a:xfrm>
          <a:off x="355873" y="1917385"/>
          <a:ext cx="1027260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442444" y="1999627"/>
          <a:ext cx="102726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456935" y="2014118"/>
        <a:ext cx="998278" cy="465773"/>
      </dsp:txXfrm>
    </dsp:sp>
    <dsp:sp modelId="{44BEB450-4BCD-F54F-A322-73AA595A8A41}">
      <dsp:nvSpPr>
        <dsp:cNvPr id="0" name=""/>
        <dsp:cNvSpPr/>
      </dsp:nvSpPr>
      <dsp:spPr>
        <a:xfrm>
          <a:off x="3789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90361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104852" y="2735475"/>
        <a:ext cx="750160" cy="465773"/>
      </dsp:txXfrm>
    </dsp:sp>
    <dsp:sp modelId="{FEEC3C17-77DE-4445-9F57-EC26BC3F2F4C}">
      <dsp:nvSpPr>
        <dsp:cNvPr id="0" name=""/>
        <dsp:cNvSpPr/>
      </dsp:nvSpPr>
      <dsp:spPr>
        <a:xfrm>
          <a:off x="956075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042646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1057137" y="2735475"/>
        <a:ext cx="750160" cy="465773"/>
      </dsp:txXfrm>
    </dsp:sp>
    <dsp:sp modelId="{10ED8AD8-C95D-7F46-8284-6BFFCB8023D0}">
      <dsp:nvSpPr>
        <dsp:cNvPr id="0" name=""/>
        <dsp:cNvSpPr/>
      </dsp:nvSpPr>
      <dsp:spPr>
        <a:xfrm>
          <a:off x="2860646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947217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961708" y="2014118"/>
        <a:ext cx="750160" cy="465773"/>
      </dsp:txXfrm>
    </dsp:sp>
    <dsp:sp modelId="{6E16703E-D480-984D-B802-173E140186A1}">
      <dsp:nvSpPr>
        <dsp:cNvPr id="0" name=""/>
        <dsp:cNvSpPr/>
      </dsp:nvSpPr>
      <dsp:spPr>
        <a:xfrm>
          <a:off x="1908360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994932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2009423" y="2735475"/>
        <a:ext cx="750160" cy="465773"/>
      </dsp:txXfrm>
    </dsp:sp>
    <dsp:sp modelId="{9BB62355-7E98-FF48-B43F-443943F5FC67}">
      <dsp:nvSpPr>
        <dsp:cNvPr id="0" name=""/>
        <dsp:cNvSpPr/>
      </dsp:nvSpPr>
      <dsp:spPr>
        <a:xfrm>
          <a:off x="2860646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2947217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2961708" y="2735475"/>
        <a:ext cx="750160" cy="465773"/>
      </dsp:txXfrm>
    </dsp:sp>
    <dsp:sp modelId="{06B3B77D-83B7-4F4F-A505-FD6E2141620B}">
      <dsp:nvSpPr>
        <dsp:cNvPr id="0" name=""/>
        <dsp:cNvSpPr/>
      </dsp:nvSpPr>
      <dsp:spPr>
        <a:xfrm>
          <a:off x="3812931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3899503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3913994" y="2735475"/>
        <a:ext cx="750160" cy="465773"/>
      </dsp:txXfrm>
    </dsp:sp>
    <dsp:sp modelId="{B1AEAF6C-B8B1-1748-805C-DEA9F80466AD}">
      <dsp:nvSpPr>
        <dsp:cNvPr id="0" name=""/>
        <dsp:cNvSpPr/>
      </dsp:nvSpPr>
      <dsp:spPr>
        <a:xfrm>
          <a:off x="6938643" y="1917385"/>
          <a:ext cx="1302235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025215" y="1999627"/>
          <a:ext cx="1302235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039706" y="2014118"/>
        <a:ext cx="1273253" cy="465773"/>
      </dsp:txXfrm>
    </dsp:sp>
    <dsp:sp modelId="{D69C27FE-178C-0B44-8F16-561617AC1399}">
      <dsp:nvSpPr>
        <dsp:cNvPr id="0" name=""/>
        <dsp:cNvSpPr/>
      </dsp:nvSpPr>
      <dsp:spPr>
        <a:xfrm>
          <a:off x="4765217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851788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4866279" y="2735475"/>
        <a:ext cx="750160" cy="465773"/>
      </dsp:txXfrm>
    </dsp:sp>
    <dsp:sp modelId="{27CAD266-EAE3-2A42-904D-42C85764CE0C}">
      <dsp:nvSpPr>
        <dsp:cNvPr id="0" name=""/>
        <dsp:cNvSpPr/>
      </dsp:nvSpPr>
      <dsp:spPr>
        <a:xfrm>
          <a:off x="4197848" y="3360097"/>
          <a:ext cx="961594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284419" y="3442340"/>
          <a:ext cx="961594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Specification</a:t>
          </a:r>
        </a:p>
      </dsp:txBody>
      <dsp:txXfrm>
        <a:off x="4298910" y="3456831"/>
        <a:ext cx="932612" cy="465773"/>
      </dsp:txXfrm>
    </dsp:sp>
    <dsp:sp modelId="{B98F8870-53AF-2E47-8DC4-D3880E39DAC2}">
      <dsp:nvSpPr>
        <dsp:cNvPr id="0" name=""/>
        <dsp:cNvSpPr/>
      </dsp:nvSpPr>
      <dsp:spPr>
        <a:xfrm>
          <a:off x="3336788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3423360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Research</a:t>
          </a:r>
        </a:p>
      </dsp:txBody>
      <dsp:txXfrm>
        <a:off x="3437851" y="4178187"/>
        <a:ext cx="750160" cy="465773"/>
      </dsp:txXfrm>
    </dsp:sp>
    <dsp:sp modelId="{C320C1A5-5933-7346-8BDE-9AEE18EED0D5}">
      <dsp:nvSpPr>
        <dsp:cNvPr id="0" name=""/>
        <dsp:cNvSpPr/>
      </dsp:nvSpPr>
      <dsp:spPr>
        <a:xfrm>
          <a:off x="4289074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375645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Analyse</a:t>
          </a:r>
        </a:p>
      </dsp:txBody>
      <dsp:txXfrm>
        <a:off x="4390136" y="4178187"/>
        <a:ext cx="750160" cy="465773"/>
      </dsp:txXfrm>
    </dsp:sp>
    <dsp:sp modelId="{E8292A70-5998-2848-8036-0475A0D76C22}">
      <dsp:nvSpPr>
        <dsp:cNvPr id="0" name=""/>
        <dsp:cNvSpPr/>
      </dsp:nvSpPr>
      <dsp:spPr>
        <a:xfrm>
          <a:off x="5241359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327931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342422" y="4178187"/>
        <a:ext cx="750160" cy="465773"/>
      </dsp:txXfrm>
    </dsp:sp>
    <dsp:sp modelId="{B971B8B7-8197-DF40-94B7-D04DF948C93E}">
      <dsp:nvSpPr>
        <dsp:cNvPr id="0" name=""/>
        <dsp:cNvSpPr/>
      </dsp:nvSpPr>
      <dsp:spPr>
        <a:xfrm>
          <a:off x="5332585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419157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Plan</a:t>
          </a:r>
        </a:p>
      </dsp:txBody>
      <dsp:txXfrm>
        <a:off x="5433648" y="3456831"/>
        <a:ext cx="750160" cy="465773"/>
      </dsp:txXfrm>
    </dsp:sp>
    <dsp:sp modelId="{6D5BA4A2-8D20-0449-9E98-F0EF444A63FB}">
      <dsp:nvSpPr>
        <dsp:cNvPr id="0" name=""/>
        <dsp:cNvSpPr/>
      </dsp:nvSpPr>
      <dsp:spPr>
        <a:xfrm>
          <a:off x="762207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770864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7723135" y="2735475"/>
        <a:ext cx="750160" cy="465773"/>
      </dsp:txXfrm>
    </dsp:sp>
    <dsp:sp modelId="{F7A0C49C-47A1-134D-818D-55E7FE493CB6}">
      <dsp:nvSpPr>
        <dsp:cNvPr id="0" name=""/>
        <dsp:cNvSpPr/>
      </dsp:nvSpPr>
      <dsp:spPr>
        <a:xfrm>
          <a:off x="7622073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7708644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7723135" y="3456831"/>
        <a:ext cx="750160" cy="465773"/>
      </dsp:txXfrm>
    </dsp:sp>
    <dsp:sp modelId="{2CCD2003-1084-6E45-A16F-8DD22C2F3363}">
      <dsp:nvSpPr>
        <dsp:cNvPr id="0" name=""/>
        <dsp:cNvSpPr/>
      </dsp:nvSpPr>
      <dsp:spPr>
        <a:xfrm>
          <a:off x="6193645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280216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1&gt;</a:t>
          </a:r>
        </a:p>
      </dsp:txBody>
      <dsp:txXfrm>
        <a:off x="6294707" y="4178187"/>
        <a:ext cx="750160" cy="465773"/>
      </dsp:txXfrm>
    </dsp:sp>
    <dsp:sp modelId="{79156C9E-B7D6-044E-BDFF-0A9B633EEE56}">
      <dsp:nvSpPr>
        <dsp:cNvPr id="0" name=""/>
        <dsp:cNvSpPr/>
      </dsp:nvSpPr>
      <dsp:spPr>
        <a:xfrm>
          <a:off x="7145930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23250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2&gt;</a:t>
          </a:r>
        </a:p>
      </dsp:txBody>
      <dsp:txXfrm>
        <a:off x="7246993" y="4178187"/>
        <a:ext cx="750160" cy="465773"/>
      </dsp:txXfrm>
    </dsp:sp>
    <dsp:sp modelId="{C19139E1-A0BD-5B49-997C-3539729C0F4B}">
      <dsp:nvSpPr>
        <dsp:cNvPr id="0" name=""/>
        <dsp:cNvSpPr/>
      </dsp:nvSpPr>
      <dsp:spPr>
        <a:xfrm>
          <a:off x="8098216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8184787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3&gt;</a:t>
          </a:r>
        </a:p>
      </dsp:txBody>
      <dsp:txXfrm>
        <a:off x="8199278" y="4178187"/>
        <a:ext cx="750160" cy="465773"/>
      </dsp:txXfrm>
    </dsp:sp>
    <dsp:sp modelId="{7BC15EF3-0DDB-9343-A8E7-056233817092}">
      <dsp:nvSpPr>
        <dsp:cNvPr id="0" name=""/>
        <dsp:cNvSpPr/>
      </dsp:nvSpPr>
      <dsp:spPr>
        <a:xfrm>
          <a:off x="9050501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913707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4&gt;</a:t>
          </a:r>
        </a:p>
      </dsp:txBody>
      <dsp:txXfrm>
        <a:off x="9151563" y="4178187"/>
        <a:ext cx="750160" cy="465773"/>
      </dsp:txXfrm>
    </dsp:sp>
    <dsp:sp modelId="{5F730CFB-B1DC-214D-A699-48CA2DB8DCBA}">
      <dsp:nvSpPr>
        <dsp:cNvPr id="0" name=""/>
        <dsp:cNvSpPr/>
      </dsp:nvSpPr>
      <dsp:spPr>
        <a:xfrm>
          <a:off x="8574358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8660930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8675421" y="2735475"/>
        <a:ext cx="750160" cy="465773"/>
      </dsp:txXfrm>
    </dsp:sp>
    <dsp:sp modelId="{2DCC3036-0B92-6C48-918D-7A4A72D3008D}">
      <dsp:nvSpPr>
        <dsp:cNvPr id="0" name=""/>
        <dsp:cNvSpPr/>
      </dsp:nvSpPr>
      <dsp:spPr>
        <a:xfrm>
          <a:off x="8574358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8660930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Results</a:t>
          </a:r>
        </a:p>
      </dsp:txBody>
      <dsp:txXfrm>
        <a:off x="8675421" y="3456831"/>
        <a:ext cx="750160" cy="465773"/>
      </dsp:txXfrm>
    </dsp:sp>
    <dsp:sp modelId="{E25B53CB-CF47-6D48-8760-6D5D8C409868}">
      <dsp:nvSpPr>
        <dsp:cNvPr id="0" name=""/>
        <dsp:cNvSpPr/>
      </dsp:nvSpPr>
      <dsp:spPr>
        <a:xfrm>
          <a:off x="963516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972173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9736225" y="2735475"/>
        <a:ext cx="750160" cy="465773"/>
      </dsp:txXfrm>
    </dsp:sp>
    <dsp:sp modelId="{F661BCB1-6019-854E-AB11-069C96B73448}">
      <dsp:nvSpPr>
        <dsp:cNvPr id="0" name=""/>
        <dsp:cNvSpPr/>
      </dsp:nvSpPr>
      <dsp:spPr>
        <a:xfrm>
          <a:off x="9526644" y="3360097"/>
          <a:ext cx="996180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613215" y="3442340"/>
          <a:ext cx="99618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 Video,</a:t>
          </a:r>
          <a:br>
            <a:rPr lang="en-GB" sz="1200" kern="1200" dirty="0"/>
          </a:br>
          <a:r>
            <a:rPr lang="en-GB" sz="1200" kern="1200" dirty="0"/>
            <a:t>Installation Guide</a:t>
          </a:r>
        </a:p>
      </dsp:txBody>
      <dsp:txXfrm>
        <a:off x="9627706" y="3456831"/>
        <a:ext cx="967198" cy="465773"/>
      </dsp:txXfrm>
    </dsp:sp>
    <dsp:sp modelId="{C6889B4A-A1C3-AE4F-B359-EDC34D071562}">
      <dsp:nvSpPr>
        <dsp:cNvPr id="0" name=""/>
        <dsp:cNvSpPr/>
      </dsp:nvSpPr>
      <dsp:spPr>
        <a:xfrm>
          <a:off x="10700759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787330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801821" y="2014118"/>
        <a:ext cx="750160" cy="465773"/>
      </dsp:txXfrm>
    </dsp:sp>
    <dsp:sp modelId="{1A666A08-3657-A346-BA52-88A9FB0BBAAD}">
      <dsp:nvSpPr>
        <dsp:cNvPr id="0" name=""/>
        <dsp:cNvSpPr/>
      </dsp:nvSpPr>
      <dsp:spPr>
        <a:xfrm>
          <a:off x="10587448" y="2638741"/>
          <a:ext cx="1005764" cy="6485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674020" y="2720984"/>
          <a:ext cx="1005764" cy="648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693016" y="2739980"/>
        <a:ext cx="967772" cy="610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C906E4-D58B-47CC-8283-E362D3DD4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88" r="4442" b="243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4C517-4226-E44A-95EC-DCC249E5B48F}"/>
              </a:ext>
            </a:extLst>
          </p:cNvPr>
          <p:cNvSpPr txBox="1">
            <a:spLocks/>
          </p:cNvSpPr>
          <p:nvPr/>
        </p:nvSpPr>
        <p:spPr>
          <a:xfrm>
            <a:off x="9099036" y="5420874"/>
            <a:ext cx="2860490" cy="932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Please delete this sheet before submitting</a:t>
            </a:r>
          </a:p>
        </p:txBody>
      </p:sp>
    </p:spTree>
    <p:extLst>
      <p:ext uri="{BB962C8B-B14F-4D97-AF65-F5344CB8AC3E}">
        <p14:creationId xmlns:p14="http://schemas.microsoft.com/office/powerpoint/2010/main" val="1616218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23">
        <p159:morph option="byObject"/>
      </p:transition>
    </mc:Choice>
    <mc:Fallback xmlns="">
      <p:transition spd="slow" advTm="62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‘Software Development’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5618885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6783</TotalTime>
  <Words>89</Words>
  <Application>Microsoft Office PowerPoint</Application>
  <PresentationFormat>Widescreen</PresentationFormat>
  <Paragraphs>32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inherit</vt:lpstr>
      <vt:lpstr>Segoe UI</vt:lpstr>
      <vt:lpstr>Office Theme</vt:lpstr>
      <vt:lpstr>PowerPoint Presentation</vt:lpstr>
      <vt:lpstr>WORK BREAKDOWN STRUCTURE –  IP23 Live Project Deliverables–  ‘Software Development’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SUKALE PRANAV SANTOSH</cp:lastModifiedBy>
  <cp:revision>242</cp:revision>
  <dcterms:created xsi:type="dcterms:W3CDTF">2023-07-15T03:43:48Z</dcterms:created>
  <dcterms:modified xsi:type="dcterms:W3CDTF">2026-02-21T18:43:29Z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